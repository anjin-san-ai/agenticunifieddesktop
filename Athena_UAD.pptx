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2"/>
  </p:normalViewPr>
  <p:slideViewPr>
    <p:cSldViewPr snapToGrid="0">
      <p:cViewPr varScale="1">
        <p:scale>
          <a:sx n="101" d="100"/>
          <a:sy n="101" d="100"/>
        </p:scale>
        <p:origin x="109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8684-E1FB-50BC-E66D-E678A2259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E5C47-0253-918F-7FDE-6FB25E007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568E2-B3F1-1451-452B-D37D410B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13E08-4A63-55EA-3D7D-A0DD8CD0F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228E9-D5CD-D569-8B80-B23D14EB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6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3C03-74FF-0CE0-3DFF-126CBFAB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F9AA9-18CA-899F-F0AB-CC44D31F6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F8729-5E95-0322-4795-682B1DD7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0B32F-D98D-FBBD-B17C-67E38A7B1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982A-C225-642F-C0ED-70A651318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1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8BCC-1BFD-9A93-1F40-7D1A2ABF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6327F-DF36-F5A9-36B5-74015BD88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5E153-614D-478A-0AC0-FF8345BFF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9F2ED-4C0A-DF4C-FEDA-20BD9B9CC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98F5A-6D5C-FBEF-979B-EC0FCDA5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4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8B28-1FE0-3098-1A3A-C305E186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A33C5-606B-4FA4-43E0-CC95FEA57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53B5A-9100-F13A-1974-D788B82C1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EA2F9-DCDB-AB6F-836E-671645715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EBC5A-6B79-45FD-4843-30782CB5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7B835-9D3D-E291-BE02-304B4302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76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DE8B-058A-7D41-CBEB-BDD6E7F5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74DA3-635B-41A7-4B4C-571DA8835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27219-EAA9-C77B-3DB0-93E815F44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5E30A-D7F0-FFA4-F199-32C468FB44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C999D-69D7-EB4E-D934-5EDD881CA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8001E8-D4FE-C80B-1F1F-A4702AD7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7BECAC-7345-4BCD-A40C-86A68498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06B8C-844C-0674-3AA4-B6ED3E46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5AE0-8280-5099-5172-571636814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73E86-4314-5480-F523-CCB842C10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4E753-B6EF-DAC0-DEDC-AAF6A504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310FF-04FC-82BB-1C50-A7B22096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9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5B540-1FD5-7BCE-F559-0F40C3EF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076A75-CB03-1894-A1E7-5DA8092E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AC6AF-417B-5C4F-A166-AD5B375C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CC3A7-2C79-88F7-7F98-783A03D2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0B1D9-1E2E-492D-ECF6-BB5B0A164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C04F-9A45-2228-0BBE-266C1972D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362F8-F85F-E4F4-AEE3-563EDD96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92B95-559B-71B7-B5E1-1B7921411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6B726-986C-6523-9095-5AA80877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3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E042-FE65-5E5A-2C92-40900BEDE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84D-F6A9-ECB5-A326-09172BEF9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BA725-F3A5-11C3-85C1-BC0002DA6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17E3C-F0B7-EAAB-02CB-4B0D22074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4EDAA-81A1-3E79-5B27-DA2416C7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A8E66-21D0-E67C-127B-A4F6F9A6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93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87EE-86DA-5F76-DCDF-95E849B7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C326-19DA-8997-6737-2663D2E8B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DC1D9-EB67-39B7-C81B-ACECC8B9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365D5-10AE-3495-55E0-5865F8CC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F5715-4819-9C1E-7459-791F62994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6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8ED4C-030E-531B-F04D-A32F3F39E2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CE8DC-5061-8BAB-6AA2-BD5F5B9EC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B219C-6818-833E-C96A-0D07B846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16162-550B-70F8-BA28-F52C63E7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AC56B-58D6-5CF7-E96F-109F94D1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85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A68A2-5ADD-3602-9EF1-2D33D2CB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560CA-8E48-C44A-443E-505969264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4C935-AF0F-927C-FD3D-E70890872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9DFE6-66C2-F243-B62F-95862732FAE1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DE4A9-B681-4CEC-CECD-2E28204BC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B85FE-2028-2908-56AC-09FA0708B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16327D-115B-1C41-9AD9-8835C9286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1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6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Sen, Indranil (Cognizant)</dc:creator>
  <cp:lastModifiedBy>Sen, Indranil (Cognizant)</cp:lastModifiedBy>
  <cp:revision>1</cp:revision>
  <dcterms:created xsi:type="dcterms:W3CDTF">2025-09-23T07:50:09Z</dcterms:created>
  <dcterms:modified xsi:type="dcterms:W3CDTF">2025-09-23T07:51:19Z</dcterms:modified>
</cp:coreProperties>
</file>